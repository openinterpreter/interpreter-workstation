
<file path=[Content_Types].xml><?xml version="1.0" encoding="utf-8"?>
<Types xmlns="http://schemas.openxmlformats.org/package/2006/content-types">
  <Default Extension="jpeg" ContentType="image/jpeg"/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tags" Target="tags/tag1.xml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1.xml" /><Relationship Id="rId9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5E17991-E113-41EA-B555-F7298D9ACE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63BB047-1100-4F0A-8183-A81A7ACAEF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5878F4-FE88-4DE4-87C0-85429DE04A6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76A2C7E-D0E3-41C8-82EA-DB61114D149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A16D899-7183-4E49-9B6F-E1BBD3D158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98DCB07-0849-4AB3-9D40-ACE4C7262E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53F4CA9-5B1F-488B-BAC5-6C4B5FD385A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7C005DB-6C30-4C59-BD64-2C8C09DF514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FE9D0DF-3A62-4A9B-B8BB-0CA5210210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9CEF73-40E8-4709-A97B-D66CD6EB426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45BB748-B193-4509-9B90-8A07F972611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1270000" y="1905000"/>
            <a:ext cx="6604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Welcome to Sample Presentation</a:t>
            </a:r>
          </a:p>
        </p:txBody>
      </p:sp>
      <p:sp>
        <p:nvSpPr>
          <p:cNvPr id="3" name="New shape" title=""/>
          <p:cNvSpPr txBox="1"/>
          <p:nvPr/>
        </p:nvSpPr>
        <p:spPr>
          <a:xfrm>
            <a:off x="1270000" y="3429000"/>
            <a:ext cx="6604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 dummy presentation created by Claude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1270000" y="1270000"/>
            <a:ext cx="6604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Key Points</a:t>
            </a:r>
          </a:p>
        </p:txBody>
      </p:sp>
      <p:sp>
        <p:nvSpPr>
          <p:cNvPr id="5" name="New shape" title=""/>
          <p:cNvSpPr txBox="1"/>
          <p:nvPr/>
        </p:nvSpPr>
        <p:spPr>
          <a:xfrm>
            <a:off x="1270000" y="2540000"/>
            <a:ext cx="6604000" cy="25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• This is a sample bullet point
• Add your content here
• Customize as needed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New shape" title=""/>
          <p:cNvSpPr txBox="1"/>
          <p:nvPr/>
        </p:nvSpPr>
        <p:spPr>
          <a:xfrm>
            <a:off x="2540000" y="2794000"/>
            <a:ext cx="4064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Thank You!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2.0.50727.5448"/>
  <p:tag name="AS_OS" val="&lt;unknown&gt; 0.0"/>
  <p:tag name="AS_RELEASE_DATE" val="2025.10.15"/>
  <p:tag name="AS_TITLE" val="Aspose.Slides for C++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Geor" typeface="Sylfaen"/>
        <a:font script="Beng" typeface="Vrinda"/>
        <a:font script="Hang" typeface="맑은%20고딕"/>
        <a:font script="Hans" typeface="宋体"/>
        <a:font script="Mlym" typeface="Kartika"/>
        <a:font script="Yiii" typeface="Microsoft Yi Baiti"/>
        <a:font script="Thai" typeface="Angsana New"/>
        <a:font script="Knda" typeface="Tunga"/>
        <a:font script="Hant" typeface="新細明體"/>
        <a:font script="Uigh" typeface="Microsoft Uighur"/>
        <a:font script="Arab" typeface="Times New Roman"/>
        <a:font script="Khmr" typeface="MoolBoran"/>
        <a:font script="Deva" typeface="Mangal"/>
        <a:font script="Hebr" typeface="Times New Roman"/>
        <a:font script="Ethi" typeface="Nyala"/>
        <a:font script="Laoo" typeface="DokChampa"/>
        <a:font script="Sinh" typeface="Iskoola Pota"/>
        <a:font script="Gujr" typeface="Shruti"/>
        <a:font script="Cher" typeface="Plantagenet Cherokee"/>
        <a:font script="Tibt" typeface="Microsoft Himalaya"/>
        <a:font script="Guru" typeface="Raavi"/>
        <a:font script="Mong" typeface="Mongolian Baiti"/>
        <a:font script="Thaa" typeface="MV Boli"/>
        <a:font script="Orya" typeface="Kalinga"/>
        <a:font script="Cans" typeface="Euphemia"/>
        <a:font script="Taml" typeface="Latha"/>
        <a:font script="Syrc" typeface="Estrangelo Edessa"/>
        <a:font script="Telu" typeface="Gautami"/>
        <a:font script="Viet" typeface="Times New Roman"/>
      </a:majorFont>
      <a:minorFont>
        <a:latin typeface="Calibri"/>
        <a:ea typeface="Arial"/>
        <a:cs typeface="Arial"/>
        <a:font script="Jpan" typeface="ＭＳ%20Ｐゴシック"/>
        <a:font script="Geor" typeface="Sylfaen"/>
        <a:font script="Beng" typeface="Vrinda"/>
        <a:font script="Hang" typeface="맑은%20고딕"/>
        <a:font script="Hans" typeface="宋体"/>
        <a:font script="Mlym" typeface="Kartika"/>
        <a:font script="Yiii" typeface="Microsoft Yi Baiti"/>
        <a:font script="Thai" typeface="Cordia New"/>
        <a:font script="Knda" typeface="Tunga"/>
        <a:font script="Hant" typeface="新細明體"/>
        <a:font script="Uigh" typeface="Microsoft Uighur"/>
        <a:font script="Arab" typeface="Arial"/>
        <a:font script="Khmr" typeface="DaunPenh"/>
        <a:font script="Deva" typeface="Mangal"/>
        <a:font script="Hebr" typeface="Arial"/>
        <a:font script="Ethi" typeface="Nyala"/>
        <a:font script="Laoo" typeface="DokChampa"/>
        <a:font script="Sinh" typeface="Iskoola Pota"/>
        <a:font script="Gujr" typeface="Shruti"/>
        <a:font script="Cher" typeface="Plantagenet Cherokee"/>
        <a:font script="Tibt" typeface="Microsoft Himalaya"/>
        <a:font script="Guru" typeface="Raavi"/>
        <a:font script="Mong" typeface="Mongolian Baiti"/>
        <a:font script="Thaa" typeface="MV Boli"/>
        <a:font script="Orya" typeface="Kalinga"/>
        <a:font script="Cans" typeface="Euphemia"/>
        <a:font script="Taml" typeface="Latha"/>
        <a:font script="Syrc" typeface="Estrangelo Edessa"/>
        <a:font script="Telu" typeface="Gautam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5</Paragraphs>
  <Slides>3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6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C++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2025-11-13T13:04:10.900</cp:lastPrinted>
  <dcterms:created xsi:type="dcterms:W3CDTF">2025-11-13T21:04:10Z</dcterms:created>
  <dcterms:modified xsi:type="dcterms:W3CDTF">2025-11-13T21:04:49Z</dcterms:modified>
</cp:coreProperties>
</file>